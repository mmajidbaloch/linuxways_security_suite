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promise: provable Android security, on the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is affected: SOCs, FinTech, healthcare, telecom, government, BYOD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five-layer architecture: OS/HAL, audit engines, scoring core, five-workspace console, enterprise bus with signed JSON/STIX 2.1 attestations.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APK demo link is in the concept note: Google Drive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 in air-gapped or restricted enterprise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 figure still to be confirmed by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pilot partners and support to move from MVP to fleet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1678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PCC-26 CYBER INNOVATION &amp; STARTUP CHALLENGE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37485"/>
            <a:ext cx="10883392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b="1" i="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LinuxWays Security Suite v2.7.0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12800" y="3604895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mobile endpoint and enterprise assurance platform for Android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18909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Atif Ahmed, Ms. Hirra Anwar, Muhammad Haris, Muhammad Majid · SEECS, NUST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endpoints are trusted without proof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5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951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trust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5951" y="2161011"/>
            <a:ext cx="300797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cannot prove a handset enforces SELinux, verified boot, encryption and clean package signing.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42" y="1567815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5817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tools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5817" y="2161011"/>
            <a:ext cx="300797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Threat Defense and antivirus rely on cloud heuristics that drain battery, raise privacy concerns and create false-positive fatigue.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08" y="1567815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5684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Zero-Trust signal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5684" y="2161011"/>
            <a:ext cx="300797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decisions and audits (CIS, NIST, ISO 27001) lack verifiable device posture evidence.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2615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LinuxWays Security Suite v2.7.0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three-stage deterministic audit, fully on the device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317" cy="1543262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951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OS Controls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5951" y="2161011"/>
            <a:ext cx="300797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hardening checks: SELinux, verified boot, encryption, ADB, root, screen lock, user CAs, patch level.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42" y="1567814"/>
            <a:ext cx="3380317" cy="1543262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5817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 Scan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5817" y="2161011"/>
            <a:ext cx="300797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installed APKs: V2/V3/V4 signatures, target SDK, dangerous permissions, installer provenance.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08" y="1567814"/>
            <a:ext cx="3380317" cy="1543262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5684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Network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5684" y="2161011"/>
            <a:ext cx="300797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VPN, Private DNS (DoT/DoH), Wi-Fi cipher, proxy and cleartext traffic checks.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419052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OS (48) + Apps (32) + Network (20) − critical penalties.</a:t>
            </a:r>
            <a:r>
              <a:rPr lang="en-US" sz="15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Protected 90–100, Review Needed 70–89, Critical below 70. No AI in the decision path: the same device state always gives the same score.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2615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LinuxWays Security Suite v2.7.0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 a real device: 80 to 97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12304D"/>
          </a:solidFill>
          <a:ln w="6350">
            <a:solidFill>
              <a:srgbClr val="1F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951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80 → 97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5951" y="2161011"/>
            <a:ext cx="300797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Needed (amber) to Protected (green): +17 points on reference device RMX3933, Android API 36.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42" y="1567814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12304D"/>
          </a:solidFill>
          <a:ln w="6350">
            <a:solidFill>
              <a:srgbClr val="1F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5817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controls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5817" y="2161011"/>
            <a:ext cx="300797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 passed with 2 warnings, then 11/12 passed with 0 critical exposures.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08" y="1567814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12304D"/>
          </a:solidFill>
          <a:ln w="6350">
            <a:solidFill>
              <a:srgbClr val="1F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5684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footprint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5684" y="2161011"/>
            <a:ext cx="300797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apps audited at 100%, then 65 after pruning; all retained apps verified.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2615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LinuxWays Security Suite v2.7.0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light and private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2482850" cy="1543262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951" y="1797791"/>
            <a:ext cx="208358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 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5951" y="2161012"/>
            <a:ext cx="20835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Scan; Deep Scan completes in under 8 seconds.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8375" y="1567814"/>
            <a:ext cx="2482850" cy="1543262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8351" y="1797791"/>
            <a:ext cx="208358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&lt;45 MB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38351" y="2161012"/>
            <a:ext cx="20835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RAM, no idle battery drain, no root needed.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567814"/>
            <a:ext cx="2482850" cy="1543262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0751" y="1797791"/>
            <a:ext cx="208358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cloud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30751" y="2161012"/>
            <a:ext cx="20835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stays on the handset; only signed attestations leave.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3175" y="1567814"/>
            <a:ext cx="2482850" cy="1543262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3151" y="1797791"/>
            <a:ext cx="208358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85%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23151" y="2161012"/>
            <a:ext cx="20835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cloud telemetry ingestion cost versus streaming MTD.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2615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LinuxWays Security Suite v2.7.0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editions for B2B licensing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951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5951" y="2161012"/>
            <a:ext cx="300797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auditor for engineers, auditors and field teams. Per-device annual subscription.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842" y="1567814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5817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Fleet &amp; ZTNA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5817" y="2161012"/>
            <a:ext cx="3007976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STIX/JSON telemetry bus, MDM/UEM, SIEM webhook and Zero-Trust gate at Score 90+. Seats from 250 to 50,000+.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708" y="1567814"/>
            <a:ext cx="3380317" cy="1783292"/>
          </a:xfrm>
          <a:prstGeom prst="roundRect">
            <a:avLst>
              <a:gd name="adj" fmla="val 5519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5684" y="1797791"/>
            <a:ext cx="300797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&amp; Sovereign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5684" y="2161012"/>
            <a:ext cx="300797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SDK, custom control rules and air-gapped attestation collector for defense and carriers.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65908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CIS Android Benchmark, NIST SP 800-163 and ISO/IEC 27001.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2615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LinuxWays Security Suite v2.7.0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12-week rollout, then continuous assurance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2482850" cy="1817582"/>
          </a:xfrm>
          <a:prstGeom prst="roundRect">
            <a:avLst>
              <a:gd name="adj" fmla="val 5415"/>
            </a:avLst>
          </a:prstGeom>
          <a:solidFill>
            <a:srgbClr val="12304D"/>
          </a:solidFill>
          <a:ln w="6350">
            <a:solidFill>
              <a:srgbClr val="1F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5951" y="1797791"/>
            <a:ext cx="208358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 · Pilot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5951" y="2161012"/>
            <a:ext cx="20835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Standard and Deep Scans on 50–250 devices.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08375" y="1567814"/>
            <a:ext cx="2482850" cy="1817582"/>
          </a:xfrm>
          <a:prstGeom prst="roundRect">
            <a:avLst>
              <a:gd name="adj" fmla="val 5415"/>
            </a:avLst>
          </a:prstGeom>
          <a:solidFill>
            <a:srgbClr val="12304D"/>
          </a:solidFill>
          <a:ln w="6350">
            <a:solidFill>
              <a:srgbClr val="1F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38351" y="1797791"/>
            <a:ext cx="208358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3–5 · Harden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38351" y="2435330"/>
            <a:ext cx="20835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OS warnings, prune risky apps, target ≥90% Protected.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567814"/>
            <a:ext cx="2482850" cy="1817582"/>
          </a:xfrm>
          <a:prstGeom prst="roundRect">
            <a:avLst>
              <a:gd name="adj" fmla="val 5415"/>
            </a:avLst>
          </a:prstGeom>
          <a:solidFill>
            <a:srgbClr val="12304D"/>
          </a:solidFill>
          <a:ln w="6350">
            <a:solidFill>
              <a:srgbClr val="1F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0751" y="1797791"/>
            <a:ext cx="208358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6–9 · Integrate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30751" y="2435330"/>
            <a:ext cx="20835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MDM/UEM, SIEM and ZTNA bus with signed posture webhooks.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93175" y="1567814"/>
            <a:ext cx="2482850" cy="1817582"/>
          </a:xfrm>
          <a:prstGeom prst="roundRect">
            <a:avLst>
              <a:gd name="adj" fmla="val 5415"/>
            </a:avLst>
          </a:prstGeom>
          <a:solidFill>
            <a:srgbClr val="12304D"/>
          </a:solidFill>
          <a:ln w="6350">
            <a:solidFill>
              <a:srgbClr val="1F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3151" y="1797791"/>
            <a:ext cx="208358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10–12 · Scale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23151" y="2435330"/>
            <a:ext cx="2083585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rollout, scheduled Deep Scans, quarterly attestation.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3693371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Atif Ahmed (Platform Architect) · Ms. Hirra Anwar (Assistant Professor, advisor) · Muhammad Haris (OS controls and APK engine) · Muhammad Majid (network inspector and console)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39"/>
            <a:ext cx="26156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LinuxWays Security Suite v2.7.0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uxWays Security Suite – Pitch Deck">
  <a:themeElements>
    <a:clrScheme name="LinuxWays Security Suite – Pitch Deck">
      <a:dk1>
        <a:srgbClr val="0B1F33"/>
      </a:dk1>
      <a:lt1>
        <a:srgbClr val="F4F6F9"/>
      </a:lt1>
      <a:dk2>
        <a:srgbClr val="455565"/>
      </a:dk2>
      <a:lt2>
        <a:srgbClr val="DDE1E5"/>
      </a:lt2>
      <a:accent1>
        <a:srgbClr val="0B7A6B"/>
      </a:accent1>
      <a:accent2>
        <a:srgbClr val="9FB3C8"/>
      </a:accent2>
      <a:accent3>
        <a:srgbClr val="2DD4BF"/>
      </a:accent3>
      <a:accent4>
        <a:srgbClr val="12304D"/>
      </a:accent4>
      <a:accent5>
        <a:srgbClr val="4A5B6C"/>
      </a:accent5>
      <a:accent6>
        <a:srgbClr val="7D8FA3"/>
      </a:accent6>
      <a:hlink>
        <a:srgbClr val="0563C1"/>
      </a:hlink>
      <a:folHlink>
        <a:srgbClr val="954F72"/>
      </a:folHlink>
    </a:clrScheme>
    <a:fontScheme name="LinuxWays Security Suite – Pitch Dec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LinuxWays Security Suite – Pitch Deck</dc:title>
  <dc:subject/>
  <dc:creator/>
  <cp:lastModifiedBy/>
  <cp:revision>1</cp:revision>
  <dcterms:created xsi:type="dcterms:W3CDTF">2026-10-22T11:57:31Z</dcterms:created>
  <dcterms:modified xsi:type="dcterms:W3CDTF">2026-10-22T11:57:31Z</dcterms:modified>
</cp:coreProperties>
</file>